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82" r:id="rId6"/>
    <p:sldId id="283" r:id="rId7"/>
    <p:sldId id="284" r:id="rId8"/>
    <p:sldId id="285" r:id="rId9"/>
    <p:sldId id="286" r:id="rId10"/>
    <p:sldId id="287" r:id="rId11"/>
    <p:sldId id="297" r:id="rId12"/>
    <p:sldId id="294" r:id="rId13"/>
    <p:sldId id="295" r:id="rId14"/>
    <p:sldId id="288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879" autoAdjust="0"/>
  </p:normalViewPr>
  <p:slideViewPr>
    <p:cSldViewPr snapToGrid="0">
      <p:cViewPr varScale="1">
        <p:scale>
          <a:sx n="72" d="100"/>
          <a:sy n="72" d="100"/>
        </p:scale>
        <p:origin x="126" y="33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chemeClr val="accent5">
                <a:lumMod val="67000"/>
              </a:schemeClr>
            </a:gs>
            <a:gs pos="40000">
              <a:schemeClr val="accent5">
                <a:lumMod val="97000"/>
                <a:lumOff val="3000"/>
              </a:schemeClr>
            </a:gs>
            <a:gs pos="74000">
              <a:schemeClr val="bg2">
                <a:lumMod val="1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53410"/>
            <a:ext cx="11642035" cy="2286000"/>
          </a:xfrm>
        </p:spPr>
        <p:txBody>
          <a:bodyPr/>
          <a:lstStyle/>
          <a:p>
            <a:r>
              <a:rPr lang="en-US" sz="3600" b="1" dirty="0"/>
              <a:t>Cuda Accelerated implementation of Traveling Salesman Problem using Genetic Algorithms (TSP-GA)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827A84-570F-87BA-9138-BE2919CE3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449" y="481702"/>
            <a:ext cx="2556359" cy="2556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0DB6CC-5D58-E05B-7310-7179F2CE542A}"/>
              </a:ext>
            </a:extLst>
          </p:cNvPr>
          <p:cNvSpPr txBox="1"/>
          <p:nvPr/>
        </p:nvSpPr>
        <p:spPr>
          <a:xfrm>
            <a:off x="1113183" y="5267739"/>
            <a:ext cx="189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Chris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8F358E4-FF06-4252-695F-741C8564DEB0}"/>
              </a:ext>
            </a:extLst>
          </p:cNvPr>
          <p:cNvSpPr txBox="1">
            <a:spLocks/>
          </p:cNvSpPr>
          <p:nvPr/>
        </p:nvSpPr>
        <p:spPr>
          <a:xfrm>
            <a:off x="662610" y="5145475"/>
            <a:ext cx="6268278" cy="12308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Chris Rumsey</a:t>
            </a:r>
          </a:p>
          <a:p>
            <a:r>
              <a:rPr lang="en-US" sz="2000" b="1" dirty="0"/>
              <a:t>rumsey@Arizona.edu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FE985EF0-3F6F-8485-8150-ACA01DA088DD}"/>
              </a:ext>
            </a:extLst>
          </p:cNvPr>
          <p:cNvSpPr txBox="1">
            <a:spLocks/>
          </p:cNvSpPr>
          <p:nvPr/>
        </p:nvSpPr>
        <p:spPr>
          <a:xfrm>
            <a:off x="5373757" y="5139347"/>
            <a:ext cx="6268278" cy="123082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Joel Maldonado</a:t>
            </a:r>
          </a:p>
          <a:p>
            <a:r>
              <a:rPr lang="en-US" sz="2000" b="1" dirty="0"/>
              <a:t>Joelmaldonado@arizona.edu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42E2B-7D38-CB3D-C65A-A0295211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C1537-857C-9375-5C26-C703E4EE9DFA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64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1295-924C-D6AB-F020-56CD9076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EA667D-6509-892C-CE2A-EEF693B3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1357113" cy="1203028"/>
          </a:xfrm>
        </p:spPr>
        <p:txBody>
          <a:bodyPr/>
          <a:lstStyle/>
          <a:p>
            <a:r>
              <a:rPr lang="en-US" dirty="0"/>
              <a:t>Background – Traveling salesman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9C7A5-D655-CF6A-5B33-6CD254E45756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96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DDF5-AFC6-DBA5-7515-52846120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50AD5E-0BEF-B19E-13EE-8A01F808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Background-genetic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CFCC4-810F-FA2D-F259-1D8446AB14F4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63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5F5B-6944-B9F4-034D-F3A8DD11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E76032-2200-883D-FA80-61807A4E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Design challenge – </a:t>
            </a:r>
            <a:r>
              <a:rPr lang="en-US" dirty="0" err="1"/>
              <a:t>cuda</a:t>
            </a:r>
            <a:r>
              <a:rPr lang="en-US" dirty="0"/>
              <a:t> specific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1D5D2-A1DE-6A14-A9E9-D6192BDC3C15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51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DF72-8BC7-3B18-4906-7DCE9B5A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359BBD-820F-DAFA-7086-717B92DB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Basic tsp solver for </a:t>
            </a:r>
            <a:r>
              <a:rPr lang="en-US" dirty="0" err="1"/>
              <a:t>cuda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C477E-4860-1D45-5322-B7491CF433B9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27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8798-DA2B-05B1-0385-95A446011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136018-05D6-788A-91D2-2B11989A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Basic ga for </a:t>
            </a:r>
            <a:r>
              <a:rPr lang="en-US" dirty="0" err="1"/>
              <a:t>cuda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6C5E8-93A7-FCB2-4E27-874934D74094}"/>
              </a:ext>
            </a:extLst>
          </p:cNvPr>
          <p:cNvSpPr txBox="1"/>
          <p:nvPr/>
        </p:nvSpPr>
        <p:spPr>
          <a:xfrm>
            <a:off x="417443" y="1855304"/>
            <a:ext cx="1117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Four score and seven years ago,</a:t>
            </a:r>
          </a:p>
          <a:p>
            <a:r>
              <a:rPr lang="en-US" dirty="0">
                <a:solidFill>
                  <a:schemeClr val="bg1"/>
                </a:solidFill>
              </a:rPr>
              <a:t>Blay </a:t>
            </a:r>
            <a:r>
              <a:rPr lang="en-US" dirty="0" err="1">
                <a:solidFill>
                  <a:schemeClr val="bg1"/>
                </a:solidFill>
              </a:rPr>
              <a:t>blahasdf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 err="1">
                <a:solidFill>
                  <a:schemeClr val="bg1"/>
                </a:solidFill>
              </a:rPr>
              <a:t>Fd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Asdfas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Dsf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</a:t>
            </a: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asdf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058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6143-72C2-81B3-9EFB-C6957D49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9D829E-DA12-348E-EE38-D1CAA940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Optimization idea 1 - </a:t>
            </a:r>
            <a:r>
              <a:rPr lang="en-US" dirty="0" err="1"/>
              <a:t>coalesing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20B2B-76D9-AE0A-7BF0-DCD6BD396855}"/>
              </a:ext>
            </a:extLst>
          </p:cNvPr>
          <p:cNvSpPr txBox="1"/>
          <p:nvPr/>
        </p:nvSpPr>
        <p:spPr>
          <a:xfrm>
            <a:off x="417443" y="1855304"/>
            <a:ext cx="11178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Graphs!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Tables!</a:t>
            </a:r>
          </a:p>
        </p:txBody>
      </p:sp>
    </p:spTree>
    <p:extLst>
      <p:ext uri="{BB962C8B-B14F-4D97-AF65-F5344CB8AC3E}">
        <p14:creationId xmlns:p14="http://schemas.microsoft.com/office/powerpoint/2010/main" val="173954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41C5-EE78-3E33-C8E8-FA0E7201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5B012E-E026-55C0-9686-B7357AA1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Optimization idea 2 – opt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1FE30-8222-3B64-915C-E1E8250C16EA}"/>
              </a:ext>
            </a:extLst>
          </p:cNvPr>
          <p:cNvSpPr txBox="1"/>
          <p:nvPr/>
        </p:nvSpPr>
        <p:spPr>
          <a:xfrm>
            <a:off x="417443" y="1855304"/>
            <a:ext cx="11178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Graphs!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Tables!</a:t>
            </a:r>
          </a:p>
        </p:txBody>
      </p:sp>
    </p:spTree>
    <p:extLst>
      <p:ext uri="{BB962C8B-B14F-4D97-AF65-F5344CB8AC3E}">
        <p14:creationId xmlns:p14="http://schemas.microsoft.com/office/powerpoint/2010/main" val="82268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52BC2-8AD7-5A80-FA84-5D7B30B3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4303D7-7EE4-59DD-82E5-350E9039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Optimization idea 3 –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35E0F-CE70-7549-FB6F-DB5479531DD5}"/>
              </a:ext>
            </a:extLst>
          </p:cNvPr>
          <p:cNvSpPr txBox="1"/>
          <p:nvPr/>
        </p:nvSpPr>
        <p:spPr>
          <a:xfrm>
            <a:off x="417443" y="1855304"/>
            <a:ext cx="11178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Graphs!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Tables!</a:t>
            </a:r>
          </a:p>
        </p:txBody>
      </p:sp>
    </p:spTree>
    <p:extLst>
      <p:ext uri="{BB962C8B-B14F-4D97-AF65-F5344CB8AC3E}">
        <p14:creationId xmlns:p14="http://schemas.microsoft.com/office/powerpoint/2010/main" val="184570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7644E-84F2-A808-CE9C-8DD17659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B57DA8-424F-D299-8933-2085128D4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400486"/>
            <a:ext cx="10591025" cy="1203028"/>
          </a:xfrm>
        </p:spPr>
        <p:txBody>
          <a:bodyPr/>
          <a:lstStyle/>
          <a:p>
            <a:r>
              <a:rPr lang="en-US" dirty="0"/>
              <a:t>Conclusion and overall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35D2F-246C-488C-A7E6-868FBB25F279}"/>
              </a:ext>
            </a:extLst>
          </p:cNvPr>
          <p:cNvSpPr txBox="1"/>
          <p:nvPr/>
        </p:nvSpPr>
        <p:spPr>
          <a:xfrm>
            <a:off x="417443" y="1855304"/>
            <a:ext cx="11178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Graphs!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Tables!</a:t>
            </a:r>
          </a:p>
        </p:txBody>
      </p:sp>
    </p:spTree>
    <p:extLst>
      <p:ext uri="{BB962C8B-B14F-4D97-AF65-F5344CB8AC3E}">
        <p14:creationId xmlns:p14="http://schemas.microsoft.com/office/powerpoint/2010/main" val="92661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05EF-E886-8F19-CD48-618769CBD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E2A952-FC6A-44AB-36B0-B5C68946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2282295"/>
            <a:ext cx="10591025" cy="1203028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83922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</TotalTime>
  <Words>223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Custom</vt:lpstr>
      <vt:lpstr>Cuda Accelerated implementation of Traveling Salesman Problem using Genetic Algorithms (TSP-GA) </vt:lpstr>
      <vt:lpstr>Introduction</vt:lpstr>
      <vt:lpstr>Background – Traveling salesman</vt:lpstr>
      <vt:lpstr>Background-genetic algorithms</vt:lpstr>
      <vt:lpstr>Design challenge – cuda specific</vt:lpstr>
      <vt:lpstr>Basic tsp solver for cuda</vt:lpstr>
      <vt:lpstr>Basic ga for cuda</vt:lpstr>
      <vt:lpstr>Optimization idea 1 - coalesing</vt:lpstr>
      <vt:lpstr>Optimization idea 2 – opt 2</vt:lpstr>
      <vt:lpstr>Optimization idea 3 – ?</vt:lpstr>
      <vt:lpstr>Conclusion and overall results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Rumsey, Christopher Stephen - (rumsey)</dc:creator>
  <cp:lastModifiedBy>Rumsey, Christopher Stephen - (rumsey)</cp:lastModifiedBy>
  <cp:revision>4</cp:revision>
  <dcterms:created xsi:type="dcterms:W3CDTF">2026-04-23T17:21:28Z</dcterms:created>
  <dcterms:modified xsi:type="dcterms:W3CDTF">2026-04-23T18:12:41Z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